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28949ad1a246c2" /><Relationship Type="http://schemas.openxmlformats.org/officeDocument/2006/relationships/extended-properties" Target="/docProps/app.xml" Id="R69526f0919a94173" /><Relationship Type="http://schemas.openxmlformats.org/officeDocument/2006/relationships/officeDocument" Target="/ppt/presentation.xml" Id="R9c20d01a0a5640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e249c8cd3d429b"/>
  </p:sldMasterIdLst>
  <p:notesMasterIdLst>
    <p:notesMasterId xmlns:r="http://schemas.openxmlformats.org/officeDocument/2006/relationships" r:id="R05a045b6f4094f64"/>
  </p:notesMasterIdLst>
  <p:sldIdLst>
    <p:sldId xmlns:r="http://schemas.openxmlformats.org/officeDocument/2006/relationships" id="256" r:id="R96e8bacd00544637"/>
    <p:sldId xmlns:r="http://schemas.openxmlformats.org/officeDocument/2006/relationships" id="257" r:id="R0907d333d5b74916"/>
    <p:sldId xmlns:r="http://schemas.openxmlformats.org/officeDocument/2006/relationships" id="258" r:id="R5b0358aab94b41d7"/>
    <p:sldId xmlns:r="http://schemas.openxmlformats.org/officeDocument/2006/relationships" id="259" r:id="R12ae71896d3f4db4"/>
    <p:sldId xmlns:r="http://schemas.openxmlformats.org/officeDocument/2006/relationships" id="260" r:id="R0e74e5b196284052"/>
    <p:sldId xmlns:r="http://schemas.openxmlformats.org/officeDocument/2006/relationships" id="261" r:id="R13040a50f768489b"/>
    <p:sldId xmlns:r="http://schemas.openxmlformats.org/officeDocument/2006/relationships" id="262" r:id="R3f056a4d0aba4592"/>
    <p:sldId xmlns:r="http://schemas.openxmlformats.org/officeDocument/2006/relationships" id="263" r:id="R9b6ca708076a4321"/>
    <p:sldId xmlns:r="http://schemas.openxmlformats.org/officeDocument/2006/relationships" id="264" r:id="R0b06b796534b484d"/>
    <p:sldId xmlns:r="http://schemas.openxmlformats.org/officeDocument/2006/relationships" id="265" r:id="Re50b248da01f44af"/>
    <p:sldId xmlns:r="http://schemas.openxmlformats.org/officeDocument/2006/relationships" id="266" r:id="R2f73f557927b4eb6"/>
    <p:sldId xmlns:r="http://schemas.openxmlformats.org/officeDocument/2006/relationships" id="267" r:id="R3c22910fcbb84811"/>
    <p:sldId xmlns:r="http://schemas.openxmlformats.org/officeDocument/2006/relationships" id="268" r:id="Recce54a70d4145a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98d9f2784e4dda" /><Relationship Type="http://schemas.openxmlformats.org/officeDocument/2006/relationships/slideMaster" Target="/ppt/slideMasters/slideMaster1.xml" Id="R97e249c8cd3d429b" /><Relationship Type="http://schemas.openxmlformats.org/officeDocument/2006/relationships/notesMaster" Target="/ppt/notesMasters/notesMaster1.xml" Id="R05a045b6f4094f64" /><Relationship Type="http://schemas.openxmlformats.org/officeDocument/2006/relationships/presProps" Target="/ppt/presProps.xml" Id="R7a5fa1767edb48de" /><Relationship Type="http://schemas.openxmlformats.org/officeDocument/2006/relationships/viewProps" Target="/ppt/viewProps.xml" Id="Reecb80eab97d4884" /><Relationship Type="http://schemas.openxmlformats.org/officeDocument/2006/relationships/tableStyles" Target="/ppt/tableStyles.xml" Id="R21190a9c10b442f0" /><Relationship Type="http://schemas.openxmlformats.org/officeDocument/2006/relationships/slide" Target="/ppt/slides/slide1.xml" Id="R96e8bacd00544637" /><Relationship Type="http://schemas.openxmlformats.org/officeDocument/2006/relationships/slide" Target="/ppt/slides/slide2.xml" Id="R0907d333d5b74916" /><Relationship Type="http://schemas.openxmlformats.org/officeDocument/2006/relationships/slide" Target="/ppt/slides/slide3.xml" Id="R5b0358aab94b41d7" /><Relationship Type="http://schemas.openxmlformats.org/officeDocument/2006/relationships/slide" Target="/ppt/slides/slide4.xml" Id="R12ae71896d3f4db4" /><Relationship Type="http://schemas.openxmlformats.org/officeDocument/2006/relationships/slide" Target="/ppt/slides/slide5.xml" Id="R0e74e5b196284052" /><Relationship Type="http://schemas.openxmlformats.org/officeDocument/2006/relationships/slide" Target="/ppt/slides/slide6.xml" Id="R13040a50f768489b" /><Relationship Type="http://schemas.openxmlformats.org/officeDocument/2006/relationships/slide" Target="/ppt/slides/slide7.xml" Id="R3f056a4d0aba4592" /><Relationship Type="http://schemas.openxmlformats.org/officeDocument/2006/relationships/slide" Target="/ppt/slides/slide8.xml" Id="R9b6ca708076a4321" /><Relationship Type="http://schemas.openxmlformats.org/officeDocument/2006/relationships/slide" Target="/ppt/slides/slide9.xml" Id="R0b06b796534b484d" /><Relationship Type="http://schemas.openxmlformats.org/officeDocument/2006/relationships/slide" Target="/ppt/slides/slide10.xml" Id="Re50b248da01f44af" /><Relationship Type="http://schemas.openxmlformats.org/officeDocument/2006/relationships/slide" Target="/ppt/slides/slide11.xml" Id="R2f73f557927b4eb6" /><Relationship Type="http://schemas.openxmlformats.org/officeDocument/2006/relationships/slide" Target="/ppt/slides/slide12.xml" Id="R3c22910fcbb84811" /><Relationship Type="http://schemas.openxmlformats.org/officeDocument/2006/relationships/slide" Target="/ppt/slides/slide13.xml" Id="Recce54a70d4145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c645447c3c41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9b5331fee7480a" /><Relationship Type="http://schemas.openxmlformats.org/officeDocument/2006/relationships/notesMaster" Target="/ppt/notesMasters/notesMaster1.xml" Id="Rf140504512394b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4c6b974a1b4950" /><Relationship Type="http://schemas.openxmlformats.org/officeDocument/2006/relationships/notesMaster" Target="/ppt/notesMasters/notesMaster1.xml" Id="Re545468557fe43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15157ef59b4a28" /><Relationship Type="http://schemas.openxmlformats.org/officeDocument/2006/relationships/notesMaster" Target="/ppt/notesMasters/notesMaster1.xml" Id="Rbd12f04a674945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730848ea164811" /><Relationship Type="http://schemas.openxmlformats.org/officeDocument/2006/relationships/notesMaster" Target="/ppt/notesMasters/notesMaster1.xml" Id="R46bf006ab18a4f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c4ec6d8aa542fc" /><Relationship Type="http://schemas.openxmlformats.org/officeDocument/2006/relationships/notesMaster" Target="/ppt/notesMasters/notesMaster1.xml" Id="Rf7073ac0b51b48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c32161753648c4" /><Relationship Type="http://schemas.openxmlformats.org/officeDocument/2006/relationships/notesMaster" Target="/ppt/notesMasters/notesMaster1.xml" Id="R6c847e5df16046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fa1f4c08fc4173" /><Relationship Type="http://schemas.openxmlformats.org/officeDocument/2006/relationships/notesMaster" Target="/ppt/notesMasters/notesMaster1.xml" Id="R986d85c686d74a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86104805004dba" /><Relationship Type="http://schemas.openxmlformats.org/officeDocument/2006/relationships/notesMaster" Target="/ppt/notesMasters/notesMaster1.xml" Id="Rb14065d4deb648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d965b18ba94f2e" /><Relationship Type="http://schemas.openxmlformats.org/officeDocument/2006/relationships/notesMaster" Target="/ppt/notesMasters/notesMaster1.xml" Id="Rcd39f1ba492d45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b4a1b570ad41a8" /><Relationship Type="http://schemas.openxmlformats.org/officeDocument/2006/relationships/notesMaster" Target="/ppt/notesMasters/notesMaster1.xml" Id="Re54f6110291d49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02b701d08845c9" /><Relationship Type="http://schemas.openxmlformats.org/officeDocument/2006/relationships/notesMaster" Target="/ppt/notesMasters/notesMaster1.xml" Id="Rbffd9df0864149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26373ea0d54dcf" /><Relationship Type="http://schemas.openxmlformats.org/officeDocument/2006/relationships/notesMaster" Target="/ppt/notesMasters/notesMaster1.xml" Id="R958074c54b4240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e080225c7e4b75" /><Relationship Type="http://schemas.openxmlformats.org/officeDocument/2006/relationships/notesMaster" Target="/ppt/notesMasters/notesMaster1.xml" Id="R2d2fa4594ae34e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abd1d4833149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7a7d5a9b3044aa" /><Relationship Type="http://schemas.openxmlformats.org/officeDocument/2006/relationships/slideLayout" Target="/ppt/slideLayouts/slideLayout1.xml" Id="R1602ee16905c4c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02ee16905c4c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5d6bd287c47b7" /><Relationship Type="http://schemas.openxmlformats.org/officeDocument/2006/relationships/image" Target="/ppt/media/image.jpeg" Id="Re1468a11e2264446" /><Relationship Type="http://schemas.openxmlformats.org/officeDocument/2006/relationships/notesSlide" Target="/ppt/notesSlides/notesSlide1.xml" Id="Rb033081251134b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c0724faac4953" /><Relationship Type="http://schemas.openxmlformats.org/officeDocument/2006/relationships/notesSlide" Target="/ppt/notesSlides/notesSlide2.xml" Id="R6a80a267e21349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e5c3771e14987" /><Relationship Type="http://schemas.openxmlformats.org/officeDocument/2006/relationships/notesSlide" Target="/ppt/notesSlides/notesSlide3.xml" Id="Rb980437e8e584c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dadab7414480e" /><Relationship Type="http://schemas.openxmlformats.org/officeDocument/2006/relationships/notesSlide" Target="/ppt/notesSlides/notesSlide4.xml" Id="R175dd1ba200b4e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5c5b15d3e4783" /><Relationship Type="http://schemas.openxmlformats.org/officeDocument/2006/relationships/notesSlide" Target="/ppt/notesSlides/notesSlide5.xml" Id="R24a9832f840749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37d9b9e6748af" /><Relationship Type="http://schemas.openxmlformats.org/officeDocument/2006/relationships/notesSlide" Target="/ppt/notesSlides/notesSlide6.xml" Id="R324fef9a030b49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9acf780a64f1d" /><Relationship Type="http://schemas.openxmlformats.org/officeDocument/2006/relationships/notesSlide" Target="/ppt/notesSlides/notesSlide7.xml" Id="R39f3935723df4f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a91b4e8484191" /><Relationship Type="http://schemas.openxmlformats.org/officeDocument/2006/relationships/notesSlide" Target="/ppt/notesSlides/notesSlide8.xml" Id="R5ce02ac265424e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244d660a549af" /><Relationship Type="http://schemas.openxmlformats.org/officeDocument/2006/relationships/notesSlide" Target="/ppt/notesSlides/notesSlide9.xml" Id="Rfdd28c0011374d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83b93e49b4069" /><Relationship Type="http://schemas.openxmlformats.org/officeDocument/2006/relationships/notesSlide" Target="/ppt/notesSlides/notesSlide10.xml" Id="R13763048aa4a49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50e10c2f6434f" /><Relationship Type="http://schemas.openxmlformats.org/officeDocument/2006/relationships/notesSlide" Target="/ppt/notesSlides/notesSlide11.xml" Id="R597e1dd38bae41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4a2b258834082" /><Relationship Type="http://schemas.openxmlformats.org/officeDocument/2006/relationships/image" Target="/ppt/media/image2.jpeg" Id="R188e3ef6d4344b97" /><Relationship Type="http://schemas.openxmlformats.org/officeDocument/2006/relationships/notesSlide" Target="/ppt/notesSlides/notesSlide12.xml" Id="R4d342acdcdca4d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eadd750ad4749" /><Relationship Type="http://schemas.openxmlformats.org/officeDocument/2006/relationships/image" Target="/ppt/media/image3.jpeg" Id="Rd2136d73a9424700" /><Relationship Type="http://schemas.openxmlformats.org/officeDocument/2006/relationships/notesSlide" Target="/ppt/notesSlides/notesSlide13.xml" Id="Rdf4951c2915240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9BBBAD-D4FF-4914-84F1-951A7FB5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AB0F8-1F49-41BE-8D1D-E3CB5EAC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6BAAD-E180-4C48-A1C9-1724DC8E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71278-75B5-4C9D-97CA-153A74FD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4F1FA-D0A2-46D4-BF0B-A66C6166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68a11e2264446"/>
          <a:stretch xmlns:a="http://schemas.openxmlformats.org/drawingml/2006/main"/>
        </p:blipFill>
        <p:spPr>
          <a:xfrm xmlns:a="http://schemas.openxmlformats.org/drawingml/2006/main">
            <a:off x="9191625" y="323850"/>
            <a:ext cx="1619250" cy="1619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71980-40D6-44DE-AA9D-606FCB46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SYNTRIASS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F2E7A-005F-4024-9BD6-B93CB5C9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AIRON AGENT PASSPORT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06C6D-9385-4FEE-B133-FF5A71B2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69532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agents need passports before they enter regulated infrastructure.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11ADB-223D-486B-9639-2659838F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723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DEE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DEEC"/>
                </a:solidFill>
                <a:latin typeface="Aptos"/>
                <a:ea typeface="Aptos"/>
                <a:cs typeface="Aptos"/>
              </a:rPr>
              <a:t>AIRON combines a portable Agent Passport layer with kernel-level AEGIS enforcement so autonomous agents can be identified, constrained, verified, revoked, and audited.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7A244-1816-44F3-A5B3-6A08FA24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96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E6FAF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5C40B-C1BC-44FF-819D-371CB614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AIP: passport and delegation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FF61B5-295E-4CEA-BCBB-259B03AA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196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B83102-AB8D-46BE-BFD3-5E1757AE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4672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AEGIS: eBPF/XDP enforcement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97E836-3092-4061-9BA3-D910AF54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196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FF6D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307AB-F003-4970-A5FD-4FFFAD0B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467225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TRL-5 pilot-ready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44B8F6-2962-4504-8788-62A60922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FC8D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FC8DE"/>
                </a:solidFill>
                <a:latin typeface="Aptos"/>
                <a:ea typeface="Aptos"/>
                <a:cs typeface="Aptos"/>
              </a:rPr>
              <a:t>Founder: Katta Naga Sri Ganesh | Syntriass / AIRON | syntriass@gmail.com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132FC-7F4F-4FA3-88AE-DEB6973A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89E36-DD9D-42B3-BF50-05A436C2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1935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rPr>
              <a:t>PASS / TOXIC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24558E-8AD5-4241-A6FC-EECAA22E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384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Offline and online passport verification 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8E2A8-5438-4D2F-AD4C-3E967D6F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052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44518A-B476-4DFB-A38B-97077362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5760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CI-verified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5B966D-2501-4EC8-915F-B08EDD41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767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AIP service, SDK, and verifier run in GitHub 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95F720-4C84-447D-971C-1E35C7FA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4345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F61ABA-C5A7-4F03-AF15-60A67B77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2A90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2A900"/>
                </a:solidFill>
                <a:latin typeface="Aptos Display"/>
                <a:ea typeface="Aptos Display"/>
                <a:cs typeface="Aptos Display"/>
              </a:rPr>
              <a:t>TRL-4 -&gt;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A97741-25CA-46D1-8D15-D881398A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314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Lab validation complete; relevant-environment pilots are 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6B6089-F975-4F10-B46E-94F6CA06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04DF64-B575-40B9-8775-A40F3746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A0EB2A-E9B2-4CB0-97C6-CCEC0923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68134B-BFEA-4787-9826-C1CF40CD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205302-179D-4525-BFF3-D72856C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pitch deck | Agent Passport + AEGIS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824F18-FEDC-46A3-8BF8-07CD6316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7788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11DA81-5A17-40F8-80B4-8FFBED66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CB94D-5048-42C5-BF1B-ACFC34E6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000E91-A780-451F-91F4-5E3120FB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510D1-9AB4-471B-A864-2258D2F3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A5CC2-2D6C-43FA-95B8-B4BB1E55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26F76-BC83-42AC-822A-A45ABD99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831A0-9978-4443-984E-FE802E79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 agents are being deployed without an accountability boundary.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E8464-7954-4BEF-A281-FBCF5DB1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1650"/>
            <a:ext cx="7048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In regulated workflows, a model output is not enough. Auditors need to know which agent acted, who authorized it, what it was allowed to do, and whether that authority was still valid.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8D506-B64E-4266-AFFB-99AFB2F4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874F8-4341-481C-8239-173B2034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97B7B-BCE3-43B9-82D3-1972065D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2028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Anonymous automation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DE7FF5-F337-4718-B34C-024A1483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2028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Shared API keys and service accounts hide the true actor.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66C3CB-E671-4F50-BA19-54D778BE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5757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5B761D-EDA9-468F-8E0E-5F762B42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AE0D1-7D29-4F43-8A97-2FC79FAB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C5CA5F-7D29-40D5-939A-C8E79DA8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24200"/>
            <a:ext cx="2028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Scope creep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1DF6D-57A9-4627-BC79-3BA3D572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00425"/>
            <a:ext cx="2028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Sub-agents inherit tools without mathematically bounded authority.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DE696B-78EF-468B-831E-8EB7184A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5757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6068B-077E-4E27-AD09-8FFA1DF1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2333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07BB1-0009-4F81-80EA-F78D80EE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9B6EBA-D163-4158-85AF-D1522858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24200"/>
            <a:ext cx="2028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No court-grade trail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4101DA-D2F8-401E-8DF8-1C24BB27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00425"/>
            <a:ext cx="2028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Logs are fragmented and cannot prove delegation lineage.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416226-6BE0-4263-A46E-069BB789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57575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51AA09-8700-45FF-A279-494A495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76550"/>
            <a:ext cx="2000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9525">
            <a:solidFill>
              <a:srgbClr val="F0B7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E4D2C-F9F0-4669-A148-F6F0C73E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242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3D3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3D3D"/>
                </a:solidFill>
                <a:latin typeface="Aptos Display"/>
                <a:ea typeface="Aptos Display"/>
                <a:cs typeface="Aptos Display"/>
              </a:rPr>
              <a:t>Liability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91C956-B048-4B58-92C3-EA825723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86150"/>
            <a:ext cx="1562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 breach can scale at machine speed while ownership stays unclear.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ACEC5-6479-40FC-9D3B-86842A44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5F9D4F-C908-4F98-BFC1-2FDE938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0F35C8-1090-45C0-A159-64EDAEDA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4418CF-B97A-4205-B62E-B2EC993C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A57596-753E-4973-A7E8-BB3A5A4D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6139FF-8857-40FB-A3E1-A21AD9DE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903931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445C2A-7A1B-402D-9CA0-23882833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903E2-F32A-4D96-A2D0-3263798F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16EB8-9139-4105-9E31-43DDC438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5D156-5432-441C-98AB-F71F74D4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9A008A-264B-429C-8F3A-AEAE143E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5C0D2-04C5-4158-819D-CE3F11A1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1BA65-D2F0-4ABE-A1E4-0E2CA8B7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620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AIRON Agent Passport gives every agent a portable credential.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4F66D-B277-4828-ACBF-0D0606B3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685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passport is a signed JSON document that travels with the agent and can be verified before tool execution or during offline audit.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72A2AC-2509-4CF7-BBD0-0E28B91D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62200"/>
            <a:ext cx="41910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6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96185-C957-4171-A9CF-60132570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3619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{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header: AIP-PASSPORT,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subject: agent + keys,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issuer: AIRON root,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constraints: scopes + expiry,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lineage: signed authority,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environmental_lock: runtime,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  proof: signature</a:t>
            </a:r>
          </a:p>
          <a:p xmlns:a="http://schemas.openxmlformats.org/drawingml/2006/main">
            <a:pPr algn="l">
              <a:def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500" b="0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7AF02C-F87B-4FDD-8A88-0F12DB52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IDENTITY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D180D-527A-4060-8930-7E9105A1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Agent ID, friendly name, and public key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2BA89A-38CC-40B9-8C2F-317EBC7C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3380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DE162-1E60-4F0A-AC25-BDF1470C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Issuer identity and signed lineage bind the passport to a parent AIP token.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1BEDB-B57F-4CC9-A63D-16F883CD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CONSTRAINTS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81C64-1151-4628-B8FE-B397705A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1940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Capability list, expiry, and max delegation depth define what the agent can do.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3D973-79C4-44C2-B595-912B2B92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307737-ABF7-4250-AEBE-13C073F7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266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Ed25519 proof in Phase 1; ML-DSA field reserved for hybrid PQC upgrade.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D094D0-FA00-4A52-8EFC-2AEA7A49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5816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05D052-7D7F-4E67-9F86-915CB80B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6292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Verify online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BC318B-BA2D-40F4-9ACE-CEED4630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5816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E6FAF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F54A60-E5CF-4081-951F-F1CCB720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29275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Verify offline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BBC47D-A58D-40C1-B748-53505422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816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9525">
            <a:solidFill>
              <a:srgbClr val="FBEC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E9ED6C-4320-4BF2-B9CD-76E0CDC59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629275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43D3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43D3D"/>
                </a:solidFill>
                <a:latin typeface="Aptos"/>
                <a:ea typeface="Aptos"/>
                <a:cs typeface="Aptos"/>
              </a:rPr>
              <a:t>Tamper = TOXIC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CAC508-9059-4292-82E7-04972189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40C96F-7BFF-4CEB-9197-6CA1A8A9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FF9B75-2DAC-44D3-AB3E-0A7A671C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E09711-41AB-4FDF-94CA-8788435A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61F03D-02C4-440B-B72D-C0B48F2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92C7D9-6842-44BC-8BBB-F9F1E513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508049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8293B8-CFF5-4A8E-B216-CEFD74E3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CCC43E-6CB1-4CED-91FA-412B0D4B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A8855-3A87-4D98-AB62-39CEB717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03E9D-3A38-414D-BC8B-9B19DD08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7AD06-D684-4938-A6D2-1F5FB242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8D74A-A7F2-444E-98C3-003986B2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060FB-57C5-4E6E-B516-A2F4CF82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429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Passporting an agent is now an executable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82FB5-AC32-4BD4-A59A-4EBDF03C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current repo exposes issuance, verification, tamper rejection, offline audit, and Python SDK UX.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A6118-5C33-470C-9590-24EBA17C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00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8F7F7-0D86-4507-BC86-780F4173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966AE-1431-4253-BCD4-6860B07C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1. Issue AIP token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8AD0A4-CECA-435E-A4FD-8E7FD119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6954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POST /v1/identity/issue creates a signed agent token.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8265A-7BBB-489B-95C1-DA8DD0FA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385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42908-1D62-46C3-810F-BB1D842C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813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40AB35-6C78-47C2-BBB9-EC67553F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BFA028-7EF0-4725-82B1-1B2FAE7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146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2. Issue passport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95FC6F-89D4-4CDC-8A0B-C502122B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90875"/>
            <a:ext cx="1885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POST /v1/passports/issue validates the token and signs the passport body.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88CB73-15B3-4338-B486-BAC1E383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2385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B74E45-9DB9-4F97-8533-44B80D6A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69C4E-CCC7-4A25-A05F-192F5985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A6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7A24C3-2CA1-437A-8676-B58EC9EF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3. Verify before tool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D41AF4-D357-4010-A619-ADFCD949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90875"/>
            <a:ext cx="1885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POST /v1/passports/verify returns PASS for valid authority.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5CF691-AD05-437D-BDC7-C1B889FB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38500"/>
            <a:ext cx="438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251FF"/>
                </a:solidFill>
                <a:latin typeface="Aptos Mono"/>
                <a:ea typeface="Aptos Mono"/>
                <a:cs typeface="Aptos Mono"/>
              </a:rPr>
              <a:t>-&gt;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4EC7BF-436E-4C13-9867-80364261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13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B14BE7-90A4-43F7-A3DE-447EAE4F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13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D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139430-7620-41C2-952F-36809D45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914650"/>
            <a:ext cx="1885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4. Tamper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70260B-DBB0-4A14-A774-4FC4750D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90875"/>
            <a:ext cx="18859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Capability mutation returns TOXIC instead of silent acceptance.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A1B574-6F6F-4A23-B567-9FD9222F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333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EAF0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7D6542-C4D5-4DE0-A155-50486669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19625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Python: AgentPassport(config).issue(...)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48878A-114E-4F6A-82D9-7FFCAC83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5720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E6FAF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D20849-E0AD-4A2D-9C0D-D996C2414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619625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CLI: airon-passport verify agent.passport.json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DC2CCA-7475-4F6B-A6D1-4429A897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00650"/>
            <a:ext cx="7048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Developer outcome: one credential can be passed across LangChain agents, API tools, notebooks, and audit workflows.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FD9613-4671-4A3E-9AA4-F1E813F6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DECB49-6A21-4C1B-A8ED-2285B06B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3ED55C-4438-47FB-8A3A-0C1A8E63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2B5896-D51F-43F7-B781-F9327DC5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5D190E-9974-4F57-B87D-9FC78621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5ED5ED-972F-47C4-9639-62F1AC27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689745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FD59D9-A816-41E4-AE59-AA245067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7A45A-AE37-401F-A0D8-B5A98C29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A1887-1220-458E-BC02-CACED071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1BCAF-8867-4952-A163-72CEC688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41A7B-22EA-479B-8145-407D9B94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67E6C-D276-4A11-8BB9-197CCCA3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PLATFORM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764ED-4C1E-452D-9069-3DCBFF62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239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AIP governs the actor; AEGIS enforces the boundary.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3789D-0200-4184-A48A-ECCC0B81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7524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Together they create a trust gateway for regulated agent traffic: identity decisions in user space, fast containment in kernel space.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F934A-7647-41B5-86EB-874CA401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28900"/>
            <a:ext cx="1028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BFCB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44316-D4A9-46EE-BD08-2258F9F9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251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251FF"/>
                </a:solidFill>
                <a:latin typeface="Aptos"/>
                <a:ea typeface="Aptos"/>
                <a:cs typeface="Aptos"/>
              </a:rPr>
              <a:t>AIP CONTROL PLANE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1D6270-FA5F-449B-AC2A-F4009669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61AE11-D277-47A4-8FCC-1189371F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DB8BB-E12B-4B84-8F5F-671CE57E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432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Agent Passport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7A3171-80D3-49C9-80FD-FDF8051B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Portable signed credential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4FAF21-147A-4FBA-B1F8-4618932A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41E9FE-F2D3-461A-9BEB-74EE906A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1FCD3-7284-4A8C-8FBA-AD1C57CF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Delegation lattice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7C2A26-D16E-4AC6-8887-751C210A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90900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Scopes cannot exceed parent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7D221B-5501-4A7D-9FFE-99B2E77C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480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D6F7CA-B1ED-49F0-9AD3-740AE2BB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3B0829-CE3D-4518-A353-5B20D21F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432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Revocation 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F0E74B-E2A8-4813-BBA2-F5FEB20F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9090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Cascade invalidation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B45266-47F8-4FAF-87D9-CC734449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98D776-1FB4-4704-A035-BB4BD729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480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1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CE7895-2CCE-4625-BB16-8539BDFD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432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EvidencePacket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42548-BFCF-47B3-AAF0-D522DAD5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9090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Audit-grade trace binding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B8FA81-BB34-44C8-A379-817675E7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028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B8EAF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68930C-8443-42A6-8F10-4BC02821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AEGIS ENFORCEMENT PLANE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B1590E-85DB-40FC-BB2B-5DD36EE9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DECC79-507D-4247-94F9-25481015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5CB75B-A884-4F31-9074-BE3B4523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3870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eBPF/XDP hook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C7A19B-7F80-41A8-AF65-1B0EE064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8635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Packet path interception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1280C1-9F9E-47A9-B516-E83ACA0D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434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0BF8C1-6AFA-43A8-B997-4AF3359C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C78A0E-7ECB-40D0-A32F-104F33A8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38700"/>
            <a:ext cx="1790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Session maps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5137F0-733E-4D4D-A00B-CC35E4F7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086350"/>
            <a:ext cx="1790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Kernel-resident state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7DD22C-64B2-4085-B57F-EEBEE3F9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4345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373013-1B4B-4F97-8CE0-375A37AC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34EC76A-0570-4FB9-9346-A977E44A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Circuit breaker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67E1C2-6C6C-4913-8D20-87A06C6C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8635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Rogue-loop blocklist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BB77E0-2E51-4F56-88E5-F7C83DDD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43450"/>
            <a:ext cx="2000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597E27-1015-4F34-9289-C71A4516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4345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A206EC-B9A9-498A-A344-CC9DC2FB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3870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PQC session path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A69CEF-7AE5-4974-B3A8-CF9C6C4D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086350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Hybrid keying roadmap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FAE942-7462-4A09-A242-C41BFD49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9243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A1020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A1020"/>
                </a:solidFill>
                <a:latin typeface="Aptos Mono"/>
                <a:ea typeface="Aptos Mono"/>
                <a:cs typeface="Aptos Mono"/>
              </a:rPr>
              <a:t>Agent request -&gt; passport check -&gt; policy decision -&gt; session enforcement -&gt; audit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A885DF7-78E8-428B-AF7A-43C6CA2C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2BE9352-61D0-4E43-AFA0-82633D85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46F33BF-563C-4B70-BD1C-FE31E4B4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026F56-311F-4583-977F-A3887A51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0FD5D79-C1F7-4BAF-B844-56E04D81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CE609C8-3B79-484E-A2E5-C32DB52E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964694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3E5946-1513-47AB-9F3F-F3EF6EC0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59A9A-69C8-4338-88FC-0CEA73F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DB02D6-50C1-42E1-8BBD-DB3412C1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33C5A-DBF3-4C2A-AB28-6691898B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48DD9B-F587-4AD6-A1A2-12A42D25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15F53-F050-4EF1-A771-B019F27F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F89C9-35CD-4CBB-AEA0-0F4B351D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191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The story has moved from code fragments to repeatable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425E5-217B-465D-871C-48A2F38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7429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AIP now has a testable passport schema, service endpoints, offline verifier, Python SDK, and Colab pilot harness.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58B61-2328-43B1-8289-B5F1605A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82E55D-238D-48CD-865F-934B2D6B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38450"/>
            <a:ext cx="1504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rPr>
              <a:t>113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92CA8-AB29-444E-80B5-8BFF17DE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aip-core tests in local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C1788-64A3-401B-B389-C6E4CB16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860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D1C5A2-EBC9-44E6-BCF3-E5C3F0C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38450"/>
            <a:ext cx="188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2BE193-9C77-406E-8AB8-95067CCB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2575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aip-service tests including passport verifier 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C37511-A077-4353-867B-C68BE01B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86050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1C25F-8D4F-44ED-8F1C-4AFD5174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38450"/>
            <a:ext cx="1504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DDF4D8-B9F2-48CC-B7CA-E79F2223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57550"/>
            <a:ext cx="1504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Python SDK tests covering passport UX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8981C-1354-49ED-9E7A-A7FDFCE8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686050"/>
            <a:ext cx="2190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E6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09AA93-0EF3-4081-96A2-AD07D2FA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38450"/>
            <a:ext cx="188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20A66A"/>
                </a:solidFill>
                <a:latin typeface="Aptos Display"/>
                <a:ea typeface="Aptos Display"/>
                <a:cs typeface="Aptos Display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F30A87-48C1-40E1-AC83-20A2D890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57550"/>
            <a:ext cx="1885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GitHub AIP Validation for passport implementation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C9E102-21E0-4E90-9C4C-73A9014C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14600"/>
            <a:ext cx="15621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D9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A98B89-EEDA-4154-BCC2-85083943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241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CURRENT TRL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83781-8A8B-409D-BA69-F808D096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28950"/>
            <a:ext cx="1047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TRL-4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1358E-C772-4903-8F4E-1E268747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48615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Pilot evidence is next.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A6F1AB-4F83-4EEA-B889-85A6DFF5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EVIDENCE LADDER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50C48D-C2D3-448A-8125-3947113F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0094CE-D5E6-4E3D-AFA5-1FF69879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Schema: AgentPassport v1 fields and validation helpers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D6A80E-243F-4950-B1D3-6D2AC039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149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CD2878-D35C-48A6-9FA6-BF964602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Service: /v1/passports/issue and /verify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F336C3-CFC6-4413-BB8A-4EA824FE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76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4F1C64-AC93-4818-8578-81609488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Verifier: airon-passport offline PASS / TOXIC audit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4AC0E1-9F60-4726-96E1-72CE20C4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38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084D48-D266-462D-882D-460A5005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150"/>
            <a:ext cx="657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Pilot: Colab notebook exports pilot_results.json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EF315B-988B-4EA6-84FA-E9693B76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F62FE3-1E58-4C96-9D5B-45267BE3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99551C-9355-493B-91DA-923FFAD0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6A90A8-2AAA-495C-AFD4-5188E483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DA0DFB-4454-4665-A070-C4F16BCC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674F1D-7598-434E-A48A-8A429390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454022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1867C4-B079-4DC5-95E2-48A95534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A84D2-4E0F-4A10-9CD2-44DCC32C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90F69-F556-41A8-A8EE-D7F3FE7A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D8FAA-FA1D-4108-8536-A58A6B5B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E6796-BE4D-4918-A166-698E575D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91D16-97D1-49D5-8525-90B503D7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MARKET WEDGE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3010C9-2FF6-4711-AF1C-FC5112D6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001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Regulated AI needs a trust gateway before pilots become production.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FC254-1F8F-4A05-8D13-F8D6F080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AIRON starts where the cost of anonymous autonomous action is highest: financial workflows, critical operations, and defense autonomy.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AD56C0-09D9-4A59-88B8-55FBF872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3067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E3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8EB1A-B30A-4E44-B58F-CC6169B9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3067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5B4E3-BC5C-4873-9CFC-CDC22034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337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WEDGE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89A052-D858-4C00-A8B8-4B779E44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BFSI and fintech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3DE156-05B6-4AE4-BC41-18A5CCFC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14750"/>
            <a:ext cx="2400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 agents reading invoices, reconciling ledgers, moving cases through payment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43F24-B896-41F4-AC8B-AA93D585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29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Trigger: auditability before agentic automation scales.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E2A76-6C67-41F1-8B13-833C7033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86050"/>
            <a:ext cx="3067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E3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D5DA81-22E4-44F9-BE48-F847835A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86050"/>
            <a:ext cx="3067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BA901F-05FD-4593-9A28-C990D00B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337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WEDGE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A5E0FD-491C-4969-ACF4-6A15BDAB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575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Enterprise AI teams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70F960-D744-4F15-B5D9-08E9A9FD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14750"/>
            <a:ext cx="2400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LangChain and notebook-based agents that need portable credentials and tamper-evident tool access.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BE9AD3-F5C8-4C9A-93F0-F7D44087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629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Trigger: internal controls for autonomous workflows.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D9DFCF-EAB4-4F0F-B896-6F74639D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30670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BA4969-8199-4FC9-BAAA-C489BAB8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3067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28B482-FD08-4EE0-898F-F90BC5E8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337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WEDGE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597148-2E97-4B68-BB9B-C208AED6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57550"/>
            <a:ext cx="2476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Defense / critical infra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2FD6BE-5304-462B-AFC0-A9A42939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2400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Autonomous systems requiring a black-box record of authority, runtime, and allowed action.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E0E2F5-DEB2-4703-8AFC-78E5ABAA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29150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Trigger: mission accountability and fail-closed behavior.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B345FE-74B1-4A44-8C40-67733298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24500"/>
            <a:ext cx="704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DE2E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D2706C-576B-4179-AC0F-CC9674A4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2450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A8AE85-ADD9-4069-B1DC-DB04C030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619750"/>
            <a:ext cx="6743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Pilot wedge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0556B5-4170-43E9-AD0B-2BFCE9CB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867400"/>
            <a:ext cx="674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Start with Agent Passport SDK and Colab evidence. Expand to AIRON Trust Gateway once workflow authority is proven.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BB3A62-C319-4F33-B589-D1D96EA9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2666E3-D9EE-4AC2-81FB-F0D05BE2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382A9A-86A9-4B36-A302-29F2C5C3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E3D4A4-521D-4BDE-AEFB-BDC8EC86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E78A9E-18BD-4AD3-8B32-4C3E5C7F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4CC858-07AE-4721-B912-1B80C0C8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55490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20598F-01B3-468B-94CB-AE603F56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BBF43-0DE9-442B-8107-C2083CE2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D6BEE-E1DF-40AF-804A-5F92CD58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3A121-FB83-4BB8-9855-AB7B8F41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8FA4C-E3A6-47B4-B60D-EBBA30BA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B996D8-35FD-4EA0-A7A2-6157A1CD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MARKET SIZE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0703C-02CD-4310-8D68-417156DB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572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Agent identity sits inside a fast-growing trust infrastructure market.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6918F-9658-4F9A-AD29-2D989863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AIRON is sized as a new trust layer across identity, AI governance, and agent infrastructure. TAM uses public market reports; SAM and SOM are AIRON operating assumptions.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392B70-A5E6-4EBC-94E1-0ED4BD86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009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EF556-4C6F-440C-8F0F-99C416D0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6A31AC-47BF-4C43-AEA5-CBD96E14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EDCBDF-ACD6-4C33-81E8-4884B5E0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357DDC-6DFE-410E-999A-30653754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71D02F-0DD4-4381-8245-7A5C0460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813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00792-1B32-4046-B920-C9D7BC39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~$38B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358048-826C-48C7-ADA3-9D41F8A3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8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Global adjacent 2026 spend pool: IAM, AI agents, and AI governance.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08483-B7DF-4C61-A730-3A496350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14650"/>
            <a:ext cx="3009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7C877-D8A7-413F-A713-8F27D068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EBB37-260C-4471-AECA-7664EE4C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525833-84D8-4AEF-9185-EE4CC8BC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1BE22-46FE-4772-B8AC-52AA0E92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5A23DB-918D-494C-BC11-F0C1CF36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813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793EB9-DBB4-4342-B04C-657CC734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052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~$3.8B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64135E-210B-42D3-AC84-A71EEBEC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576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8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Regulated agent trust layer: BFSI, enterprise AI, government, and defense.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141025-7216-4973-9D80-5C61AC20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14650"/>
            <a:ext cx="3009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B9B6A-06B0-45A3-97AA-38000E07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27DE81-569F-4D29-9501-6C1DC21F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DD66B1-113E-4D48-A97B-D136F22E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D4DD13-BC69-4863-B92D-4D7732D8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914650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A248D9-C9F2-43FB-912B-60903240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813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6FD702-CD13-44F1-B06F-C39192EC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$3-5M ARR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0E2357-3828-4D69-8937-CA805C84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576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8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24-month wedge: paid pilots, early customers, and defense design partners.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864A1C-D3F1-4802-8315-9A6B93D9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81600"/>
            <a:ext cx="914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9E4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73FCB1-B263-4D06-9BD4-EA30B88D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14950"/>
            <a:ext cx="847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Source basis: IAM ~$26.77B 2025 baseline, AI agents ~$10.91B in 2026, AI governance spend ~$0.49B in 2026. SAM assumes a 10% regulated trust-infrastructure slice; SOM assumes 20-30 paid pilot/customer conversions.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E1D394-568A-455F-BA22-461743BE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15EB94-6E29-414C-B702-C99B796B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40A1A6-2B29-4ED0-90A9-234F1023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50E1AC-59CD-4235-A852-5046ADFA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C53D51-9A94-44B7-9D06-E74A4430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5F7528-B2DE-484B-A2D9-1546EA83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2159422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738FEF-10B8-4C61-88CC-9B8FF811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DE7554-0D55-4DD9-B7E5-518D4950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B000A-7ACB-4B58-9D42-3276DCD0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EC830-2717-468C-8ACB-D5FB7A59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F7132-0C94-493D-B690-B1C3A20F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2F908-C0F7-43C3-9A31-E5627986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BUSINESS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B20541-B370-46C1-92F2-2AC12CF3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572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Monetize agent trust as identity, audit, and usage infrastructure.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6A31AB-83D2-4EF4-B5ED-040260A3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Open-source SDK adoption creates developer pull; regulated teams convert to paid identity, audit, and enforcement services.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D750E-E28D-429F-BAED-2DC11B15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C73771-C6AA-4127-B32B-C3E6F939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A82EE-F7E2-4F03-8B92-BECA0A79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MODEL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C51BF-ADFF-43B2-ABE2-B1D52F01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Identity-as-a-Service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F5F2A-2546-478F-91B1-4E093F1A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Passport issuance, registry, revocation, scoped delegation.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D36169-9F6B-43AB-BBC7-1C105304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Per agent / month + API calls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AD167-CCFF-4EC2-BFF3-4E18E3A9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6E17A-0966-4BA6-B01B-FB605F13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52AA39-DF42-4166-9C58-607227D8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MODEL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50978-A57A-49AD-AA15-8E5CC426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Audit-as-a-Service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2DF4AA-040F-4041-829F-4EE34210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EvidencePacket storage, export, verifier reports, retention.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EAA811-7A39-4E15-86CB-73EA51EC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Per audit packet + retention tier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3B941-891F-4949-A70A-68D867BC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4318DC-2593-428E-9384-CBE8D831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D5BE05-3BCF-442C-99A6-91868118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MODEL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2088FB-3C7D-4D7D-B6F3-CDCD9479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Usage-based pricing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4F6E19-D2A9-440B-8DEF-20669D64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Issue, verify, revoke, and evidence API metering.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ECBD39-E78C-40D9-AE57-863FAF01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Per 1K verifications/actions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7E4E80-160B-487C-B7DA-C25D05B3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90850"/>
            <a:ext cx="2152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29331D-78BC-4888-993E-31FF9B15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90850"/>
            <a:ext cx="2152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5D486B-C8D8-4771-8C72-DE2D8240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MODEL 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050174-2987-461D-A472-DF833CC0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Enterprise / defense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C8BBEC-00DC-47B0-BBB5-5112E27F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33850"/>
            <a:ext cx="1695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3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Private control plane, support, air-gapped deployment, AEGIS nodes.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608FF1-254B-4AAD-BD88-E82459AC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1695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Annual license + capacity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E190A6-7E9A-4B2F-9DA1-1B6ACEA9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0545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CDEFF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45DFC0-9DC0-4916-8731-8B0BE19E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619750"/>
            <a:ext cx="838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Commercial path: free SDK -&gt; paid pilots -&gt; Identity-as-a-Service / Audit-as-a-Service -&gt; enterprise and defense deployments.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BC4194-32B9-4B01-B902-09346570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6050EC-F82C-448C-95F8-FC50B91C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887C4D-3E60-4833-B2F7-CA6F65B1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6B687F-7E7C-434A-97F1-FDF6F254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E1B1BB-4E59-4403-A114-320F4B9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5F5861-5FC7-403C-AAB9-BDA334A9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124798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D77FBB-198C-400C-ABB9-B62C1EE6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A2EE0-8AA1-45BF-B3CF-F6EB27AE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E0F9F-F711-4016-945F-806DCB02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A6432D-F0CE-4034-BA37-69FD883A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F2222-B087-4873-BF76-C5C9036C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30B34-3D02-454A-9E58-FF301560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2A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2A900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96D71-B1E7-4510-B262-C433D1F4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572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Funding converts lab truth into revenue, IP, and defense-ready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3FA02C-FC42-462C-A617-6D97917D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819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next gate is controlled pilot evidence plus business proof: design partners, paying customers, global IP, and defense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02A8C-A2AB-4F65-91EE-47C9044C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885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08703-9599-4192-B063-D16BDA82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BCD0B-7C9E-4277-8812-159FCACF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BF2FD0-D644-41A8-B075-50442EC1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B82055-2AA2-4F71-9CC2-7C8450EB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TRL-4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D5C64B-267A-45AA-BB54-FF869073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Repo + CI validation, SDK, Colab harness, pilot pack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2B491-C128-4E34-8FFD-6489682E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B883F-1FFA-4A81-8545-7D5BE060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FDFB8-0890-41D6-8A90-93951A86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30 DAYS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488193-01D8-4D4F-89B6-91875F17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Design partners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CA0529-40A5-4AAD-B634-E181311E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BFSI, enterprise AI, and defense pilot conversations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D45B9C-5E31-4347-928C-1B1CA6DF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44E1A4-50F2-4CA2-A6EE-41BE14C3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ADEE92-2E10-4734-A244-18942A79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90 DAYS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6A2DB6-AC86-406B-A3B5-A1AD613E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Revenue + IP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8AA44-9ED8-465D-926D-1DEEF96C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Paid pilot LOIs, global IP filings, PQC hardening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14C8BE-0F4B-434E-986B-6F4E344C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8612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4581B-0C3E-47A1-9973-AD15685F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52850"/>
            <a:ext cx="21526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00A0F1-8472-45F2-836F-CD488E20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62400"/>
            <a:ext cx="838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180 DAYS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DE23BA-6046-4AD4-8445-B305CB0A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229100"/>
            <a:ext cx="1638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Defense GTM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4BFAE8-35D7-4369-ADE8-14FF34DF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86300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Reference customers, defense demo, AEGIS lab dossier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490EAA-8578-412E-B241-A43E3B35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3DA9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C60ADF-FDF8-4CA9-88BE-A00CCCEB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959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Use of funds: pilot deployment, revenue conversion, global IP, ML-DSA hardening, defense demos, and bare-metal AEGIS test infrastructure.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DBDE9E-6A45-40DD-A887-B2F1A720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5046B2-BB0F-4DDC-9B62-BF46D813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145F9D-533B-4C2B-8177-B88AA813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3DF08E-C9AE-464A-954F-A08BDA38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15F591-3B6F-4934-B6B6-73CCA3DF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AD9ED2-B35D-40F8-A158-F50D664B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4038886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7CB070-A7ED-4F8B-A3DB-1C656C93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50309-944D-44B0-BF86-688E0E16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FBE6D-E0F8-4379-BCAE-9E8E5FAD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6C4D6-A98C-4ECC-A3A6-E43E0768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1CAC7-5B5F-42E7-81CA-22328CD1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E1CCA-93F4-4A2F-B7E3-7988F266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USP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F09FF-19BD-49E0-95AB-E84C9074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858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AIRON is the passport layer for agents, not just IAM, workload ID, or observability.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009F7-F711-4876-BBAB-32065414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8667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wedge is not replacing established identity stacks. The wedge is the missing portable credential that proves an agent's authority, scope, lineage, and revocation state at the point of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2364F-DC5A-4FA2-860E-223B01EF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67B8F-5EF0-4002-9F40-187C6AC0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6C805B-1A9D-438D-9CD9-B929135D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Okta / IAM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78A00B-0738-4962-A135-80262FEF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Govern users, apps, NHIs, and enterprise access.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7C1D73-DB3C-4541-9713-72E1F38F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69F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169F4"/>
                </a:solidFill>
                <a:latin typeface="Aptos"/>
                <a:ea typeface="Aptos"/>
                <a:cs typeface="Aptos"/>
              </a:rPr>
              <a:t>Adds passport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72381-5C2F-49BA-A165-F63AF4AD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599637-6101-45B0-9F79-13A43EA1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3E8F01-32CF-4A6C-98AB-E334F360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0515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SPIFFE / SPIRE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9B0D9A-4E66-40FB-84DE-E3D62B2A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9090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Issue workload identities and SVIDs for services.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BF3AF2-616D-40D4-BF86-96C2D619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000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Adds authority lineage.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EF971-DB64-4922-BF73-03DF0531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825F4E-E6ED-4364-8890-999E68B0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8FE363-6849-4882-99E5-2D5FA548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Maxim AI / evals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776E8-D9DD-41C3-A183-1B9B341D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0535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Evaluate, simulate, and observe agent behavior.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CB077D-8170-476D-B586-C61234A7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Adds verified authority.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5261A4-86A0-4A52-A0C7-007480FD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29100"/>
            <a:ext cx="2400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8A7279-8D51-4AB4-8B46-ED09A786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2910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4784D0-FE95-4D10-B99A-3ED261E7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196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API gateways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8B36BE-91E6-4604-B757-6BB4A3AA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705350"/>
            <a:ext cx="2019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Route APIs and enforce request-level access.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B1994C-BFF2-4984-95A9-88830A1A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124450"/>
            <a:ext cx="2019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Adds audit evidence.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5B7935-218B-4ADB-8076-AED823B1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47625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9525">
            <a:solidFill>
              <a:srgbClr val="07002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C321B8-5FE5-4ED6-9BBB-647D6027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CB916D-B24F-4C4E-AA21-7501579C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785D96-83E7-42E2-B1D1-D52953B5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98B86C-2F3B-4D42-B447-91AC699D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89560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D11724-64B4-4E49-88AE-095E673E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43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AIRON DIFFERENCE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108F84-054D-4299-B5FA-98A12A98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810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Portable credential, cryptographic finality, enforceable boundary.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5A4701-5C91-48D1-AE13-4B5E5DB6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91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7DEFC4-0052-4599-AF94-695A2D50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4340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Travels with LangChain, notebooks, APIs, and audits.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E070B8-D037-4EAA-A35B-56EF54B6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29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1AEFDE-0CB6-42BC-8D4C-9DDB94BA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581525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Binds human authority to agent action.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3A5995-89B1-47D8-8607-3B51710B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67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A7C58B-E802-4F1D-A2D7-0770D2C4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1965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Limits scope with lattice, expiry, and revocation.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A90624-7989-4D1A-8F64-33486650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05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8BD43E-E74A-4628-AFEF-D23A5045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57775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Verifies offline as PASS or TOXIC.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E29A59-7C33-43A4-A77D-51D61198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343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A6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15E156C-9294-49FD-923B-5CE73A3A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95900"/>
            <a:ext cx="3657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Connects to AEGIS for network containment.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9E6FD4-942F-4A89-94D8-E6850E6E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86450"/>
            <a:ext cx="994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D9E4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5E4299-3B0A-42DE-AD52-0E03B559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972175"/>
            <a:ext cx="933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Positioning: works beside Okta and SPIFFE; competes where agent-specific proof, revocation, and forensic accountability are mandatory.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25DF8C-3804-4032-B3A2-66C9FD66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BDA1E07-2CB9-4021-BD2F-8E953037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D69BEC9-838D-49AE-8D87-9C9FC88A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BF3825-5C09-497E-97E7-ED24902C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3C0E88-A79F-4361-BAC1-86FC3525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C4AD46-9D40-4014-BFE1-F3D501A7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9895511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ED736B-4990-467F-BA79-927B380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4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A8186-D6C7-4AAD-9717-FCDCC32E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A26F3-90B6-4323-BB3B-87F9E04F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3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DF698-2772-4BAA-ACAF-9DFBFEB7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A1671-0F4A-48E8-AC1D-8268C8C8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8" y="46672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6CBD0-EC3C-43E4-AB02-B33C04C3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FOUNDER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449BF-809A-46E6-B16B-303EF975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86677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Built by Katta Naga Sri Ganesh, Founder of Syntriass / AIRON.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8720D-80D0-49B9-9D26-FF9C28B1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The founder thesis: autonomous agents need a passport before they can safely enter regulated infrastructure.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B6BA3-AEA7-4804-B709-307C9BA4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90525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9525">
            <a:solidFill>
              <a:srgbClr val="0700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E0D97C-8CBD-4AC8-A404-768EF65E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985838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682F4-95BC-4E4F-B3A9-ED0DF77F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263" y="2857500"/>
            <a:ext cx="985838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41DE00-A9ED-436B-90BD-E15CFBB2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857500"/>
            <a:ext cx="985838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4C95B-55D8-4083-AE3D-F65E1D14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2857500"/>
            <a:ext cx="985838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e3ef6d4344b97"/>
          <a:stretch xmlns:a="http://schemas.openxmlformats.org/drawingml/2006/main"/>
        </p:blipFill>
        <p:spPr>
          <a:xfrm xmlns:a="http://schemas.openxmlformats.org/drawingml/2006/main">
            <a:off x="3648075" y="310515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0B2ED8-0F63-45B8-959C-A2981213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2247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Katta Naga Sri Ganesh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D6A1ED-18E8-4CE4-B54A-F18D280B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100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Founder | Syntriass / AIRON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C487A-60AA-4EF7-8695-D66C7365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719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Email: syntriass@gmail.com</a:t>
            </a:r>
          </a:p>
          <a:p xmlns:a="http://schemas.openxmlformats.org/drawingml/2006/main">
            <a:pPr algn="l">
              <a:defRPr sz="1050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GitHub: richardrich999888-rgb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CE4BA-4BE6-4BCA-8F37-74671F97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123F8-5493-4068-8E2A-FD3CE088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00350"/>
            <a:ext cx="533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4CFAA-FEB3-49C6-8563-8D0817CE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003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C35104-16F7-451A-A8A7-FB1C2744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956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PRODUCT OWNERSHIP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6463AD-CE62-4134-8D38-B3D14C102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43250"/>
            <a:ext cx="457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Agent Passport, offline verifier, Python SDK, and Colab pilot workflow.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BA673E-53C2-4828-B9B3-0CF4A655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57600"/>
            <a:ext cx="533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FDCAD8-6DB2-4EF5-9B81-31D6C485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5760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3CD82E-43EA-4E7D-A512-9BCCB9A6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528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A49F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A49F2"/>
                </a:solidFill>
                <a:latin typeface="Aptos"/>
                <a:ea typeface="Aptos"/>
                <a:cs typeface="Aptos"/>
              </a:rPr>
              <a:t>TECHNICAL DIRECTION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1E2F6C-2DB6-4E55-BC14-35B9C2C3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457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Lineage, PASS / TOXIC verification, PQC roadmap, and AEGIS path.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670741-7709-4905-A7B8-FFB8EFE5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14850"/>
            <a:ext cx="533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2897B8-ED8C-4B5A-8C56-3ACC96A1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148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9B6331-073C-4D0C-8973-C539DC3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101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52E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52EE8"/>
                </a:solidFill>
                <a:latin typeface="Aptos"/>
                <a:ea typeface="Aptos"/>
                <a:cs typeface="Aptos"/>
              </a:rPr>
              <a:t>COMMERCIAL FOCUS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7E7E1B-E9CC-4A26-9F0A-E1C0A8EF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857750"/>
            <a:ext cx="457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Design partners, usage pricing, audit services, defense customers.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BA09F4-68E9-4805-8147-E1DC9AA0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626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D"/>
          </a:solidFill>
          <a:ln xmlns:a="http://schemas.openxmlformats.org/drawingml/2006/main" w="9525">
            <a:solidFill>
              <a:srgbClr val="CDEFF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48B5DB-3A84-406F-B29F-DE99E18D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676900"/>
            <a:ext cx="8763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990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Founder role: own the Agent Passport category, recruit design partners, convert pilots into revenue, and build global IP around agent trust infrastructure.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4DE744-B48C-4DEE-8BAA-7F8DFF92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252587-94A7-4C90-B3F9-C03C971C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44CD3F-9797-414C-B12F-ED40C132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5FC3D0-B59A-4123-97E4-729B9674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4E342B-D6AB-44E2-9924-EAAD18E9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Trust Infrastructure | Confidential pilot deck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C6E63D-F2F0-4A3B-89A2-596D8AC3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9699477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9356AE-E9BA-4558-B050-E58E1CCB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02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FA257-D352-4D64-8860-70AFF9CC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DBEBF-832F-469F-A9D4-BEF9E8CD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51051-3C27-44DB-8DD0-5814831C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12BE8B-6281-4D03-BEC8-A2CAA69E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30575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136d73a9424700"/>
          <a:stretch xmlns:a="http://schemas.openxmlformats.org/drawingml/2006/main"/>
        </p:blipFill>
        <p:spPr>
          <a:xfrm xmlns:a="http://schemas.openxmlformats.org/drawingml/2006/main">
            <a:off x="8953500" y="609600"/>
            <a:ext cx="1524000" cy="1524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5DA43-64B7-48DF-B934-4347C120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C5068-5EBC-4A7E-B353-988F617FE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3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0DC44-73CD-4AB9-A412-600DE016F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9DD81-DC05-48D6-AAF9-420D3C45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8" y="561975"/>
            <a:ext cx="9048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AFCFA-E6DC-42E3-8A56-D93F6D69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53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9D9F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9D9F2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90CC42-4C76-4ACC-ABA9-5CB81BCA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723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Back the Agent Passport pilot and the AIRON Trust Gateway roadmap.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C202F-13F5-40C2-8CD1-9E888C0F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DEE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DEEC"/>
                </a:solidFill>
                <a:latin typeface="Aptos"/>
                <a:ea typeface="Aptos"/>
                <a:cs typeface="Aptos"/>
              </a:rPr>
              <a:t>We are seeking VC conversations, RDI/TDB support, and design partners: agent workflows first, gateway infrastructure next.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49E53-45F2-4CDD-90E6-2AE480EE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6BA479-2219-4427-B7EA-3F902582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9D9F2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2C24CA-A331-4F27-9FD6-9B88F7901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5285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VC investors: Lead or join a strategic pre-seed/seed round for Agent Passport pilots and GTM.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F75954-BC84-4209-AA65-6EEDFEB3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671887-3C27-48D1-834A-F1AB1C41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4169F4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BDCD65-41D4-437C-ABB6-A96E007A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4340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Design partners: Run the Colab pilot against a deployed AIP service and return pilot_results.json.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FA60B-9FCD-4DF6-AFE7-04D24CB4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E8FAD-ED81-404E-9B43-FFC98445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300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7A49F2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ED45FB-3726-41D4-8589-DA5DA42E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3395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RDI support: Fund TRL-5/6 validation: deployment, cryptographic hardening, and bare-metal lab.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90C014-D8BE-4DEA-9330-5927A59B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6762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0A43"/>
          </a:solidFill>
          <a:ln xmlns:a="http://schemas.openxmlformats.org/drawingml/2006/main" w="9525">
            <a:solidFill>
              <a:srgbClr val="2A236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141A46-105F-4CD5-B60E-B80C5A37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435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2EE8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2EE8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F8A7EB-BCD4-417E-93E3-A2C798B8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552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45" b="0">
                <a:solidFill>
                  <a:srgbClr val="DCE4F5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DCE4F5"/>
                </a:solidFill>
                <a:latin typeface="Aptos"/>
                <a:ea typeface="Aptos"/>
                <a:cs typeface="Aptos"/>
              </a:rPr>
              <a:t>Technical diligence: Review the repo, CI artifacts, passport verifier, and validation ladder.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EF47EA-2FF1-424B-8B69-AA2AC820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14700"/>
            <a:ext cx="27241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02A503-0A91-4DBE-8D4E-F2A939C1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623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A1020"/>
                </a:solidFill>
                <a:latin typeface="Aptos Display"/>
                <a:ea typeface="Aptos Display"/>
                <a:cs typeface="Aptos Display"/>
              </a:rPr>
              <a:t>Founder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016839-206D-4E18-BD4F-2E464A8F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19550"/>
            <a:ext cx="21717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Katta Naga Sri Ganesh</a:t>
            </a:r>
          </a:p>
          <a:p xmlns:a="http://schemas.openxmlformats.org/drawingml/2006/main">
            <a:pPr algn="l">
              <a:defRPr sz="101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Founder, Syntriass / AIRON</a:t>
            </a:r>
          </a:p>
          <a:p xmlns:a="http://schemas.openxmlformats.org/drawingml/2006/main">
            <a:pPr algn="l">
              <a:defRPr sz="101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syntriass@gmail.com</a:t>
            </a:r>
          </a:p>
          <a:p xmlns:a="http://schemas.openxmlformats.org/drawingml/2006/main">
            <a:pPr algn="l">
              <a:defRPr sz="1013" b="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0A1020"/>
                </a:solidFill>
                <a:latin typeface="Aptos"/>
                <a:ea typeface="Aptos"/>
                <a:cs typeface="Aptos"/>
              </a:rPr>
              <a:t>GitHub: richardrich999888-rgb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12E236-6810-4CCC-816A-27D9738C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07B2A8-0799-49A7-86CE-83623D1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1D90B8-596A-43BA-A93E-FA0CF0B2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96056D-F286-42D6-B6A2-E172F3A8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1238" y="5257800"/>
            <a:ext cx="414338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6EFC17-78AD-45C4-8E5A-53A05538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D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115761-4204-4E61-91D4-E14C9D4A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8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6F984A-EE01-40D7-B9D7-423C81EC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49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2F2C9E9-84AE-4DC6-972A-0E6A3362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3" y="6210300"/>
            <a:ext cx="3667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2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5CA2A9-7A4B-477E-A249-A18D9F18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641985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1A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A91A3"/>
                </a:solidFill>
                <a:latin typeface="Aptos"/>
                <a:ea typeface="Aptos"/>
                <a:cs typeface="Aptos"/>
              </a:rPr>
              <a:t>SYNTRIASS | AIRON pitch deck | Funding support and pilots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BE7CBF-5949-4336-BC58-64A5721C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A91A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104176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2026-06-03T17:32:28.0660000Z</dcterms:created>
  <dcterms:modified xsi:type="dcterms:W3CDTF">2026-06-03T17:32:28.0660000Z</dcterms:modified>
</coreProperties>
</file>